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</a:rPr>
              <a:t>GLOBAL ENTERPRISE GROUP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Quarterly Business Review (Q3 2026)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Performance Scorecard, Operations &amp; Strategic Roadmaps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EXECUTIVE SCORECARD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Q3 Performance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28600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945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REVENUE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$8.4M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2011680"/>
            <a:ext cx="228600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1945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EBITDA MARGIN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</a:rPr>
              <a:t>28.4%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2286000" cy="1645920"/>
          </a:xfrm>
          <a:prstGeom prst="rect">
            <a:avLst/>
          </a:prstGeom>
          <a:solidFill>
            <a:srgbClr val="FAF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9456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E22CE"/>
                </a:solidFill>
              </a:rPr>
              <a:t>NET RETENTION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7E22CE"/>
                </a:solidFill>
              </a:rPr>
              <a:t>118%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REGIONAL EXPANSION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APAC and North America Lead New Customer Growth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• APAC: Revenue expanded +46% QoQ propelled by manufacturing hubs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• North America: Won 12 Fortune 500 financial service commitments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• EMEA: Reorganized sales distribution network; pipeline up 35%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STRATEGIC OUTLOOK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Top Initiatives for Next Quarter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1. Complete ISO 27001 &amp; SOC 2 Type II audit certifications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2. Roll out automated multi-format office document generator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3. Launch Enterprise Partner Tier to drive indirect distribution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 (QBR)</dc:title>
  <dc:subject>PptxGenJS Presentation</dc:subject>
  <dc:creator>Office Template Hub</dc:creator>
  <cp:lastModifiedBy>Office Template Hub</cp:lastModifiedBy>
  <cp:revision>1</cp:revision>
  <dcterms:created xsi:type="dcterms:W3CDTF">2026-10-30T06:56:44Z</dcterms:created>
  <dcterms:modified xsi:type="dcterms:W3CDTF">2026-10-30T06:56:44Z</dcterms:modified>
</cp:coreProperties>
</file>