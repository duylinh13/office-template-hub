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NOVACORP AI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Autonomous Enterprise Workflow Automation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Series A Investor Presentation |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THE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Enterprises spend 42% of knowledge work on repetitive documents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BD5E1"/>
                </a:solidFill>
              </a:rPr>
              <a:t>• $120B Total Addressable Market (TAM) growing at 32% CAGR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BD5E1"/>
                </a:solidFill>
              </a:rPr>
              <a:t>• Siloed tools cause massive version conflicts and compliance liabilities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BD5E1"/>
                </a:solidFill>
              </a:rPr>
              <a:t>• Existing legacy suites lack isolated, reproducible templating architecture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OUR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Office Template Hub: Immutable Templates &amp; Real-time Export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2743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5603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100% Immutable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Template originals can never be corrupted by draft edits.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2286000"/>
            <a:ext cx="2286000" cy="2743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25603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High-Fidelity Export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Direct server-side DOCX and PPTX generation without web mocks.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2286000" cy="2743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5603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Enterprise-Ready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Air-gapped SQLite persistence with zero vendor lock-in.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TRACTION &amp; GROWTH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Rapid ARR expansion driven by enterprise expansion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BD5E1"/>
                </a:solidFill>
              </a:rPr>
              <a:t>• $4.2M Current ARR (up 220% YoY)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BD5E1"/>
                </a:solidFill>
              </a:rPr>
              <a:t>• 148 Enterprise Customers with $28,000 ACV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BD5E1"/>
                </a:solidFill>
              </a:rPr>
              <a:t>• 128% Net Revenue Retention (NRR)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BD5E1"/>
                </a:solidFill>
              </a:rPr>
              <a:t>• 94% Gross Margin on Cloud Services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THE ASK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Raising $12M Series A to Accelerate Enterprise GTM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BD5E1"/>
                </a:solidFill>
              </a:rPr>
              <a:t>Use of Funds: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BD5E1"/>
                </a:solidFill>
              </a:rPr>
              <a:t>• 50% Engineering &amp; AI Architecture R&amp;D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BD5E1"/>
                </a:solidFill>
              </a:rPr>
              <a:t>• 30% Enterprise Sales &amp; Customer Success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BD5E1"/>
                </a:solidFill>
              </a:rPr>
              <a:t>• 20% Security, SOC2 Compliance &amp; Partnerships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 Capital Pitch Deck</dc:title>
  <dc:subject>PptxGenJS Presentation</dc:subject>
  <dc:creator>Office Template Hub</dc:creator>
  <cp:lastModifiedBy>Office Template Hub</cp:lastModifiedBy>
  <cp:revision>1</cp:revision>
  <dcterms:created xsi:type="dcterms:W3CDTF">2026-10-30T06:56:44Z</dcterms:created>
  <dcterms:modified xsi:type="dcterms:W3CDTF">2026-10-30T06:56:44Z</dcterms:modified>
</cp:coreProperties>
</file>