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ANNUAL KEYNOTE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Office Template Hub 2.0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D5FF"/>
                </a:solidFill>
              </a:rPr>
              <a:t>Reimagining Enterprise Documents &amp; Presentations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THE BREAKTHROUGH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Zero Mockups. Real OpenXML Generation.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3E8FF"/>
                </a:solidFill>
              </a:rPr>
              <a:t>• Native DOCX and PPTX packaging directly on the server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3E8FF"/>
                </a:solidFill>
              </a:rPr>
              <a:t>• Complete template isolation guarantees master files are never overwritten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3E8FF"/>
                </a:solidFill>
              </a:rPr>
              <a:t>• Fully embedded rich-text Tiptap editing with real-time state feedback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ARCHITECTURAL EXCELLENCE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Designed for Reliability, Extensibility &amp; Simplicity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286000" cy="2560320"/>
          </a:xfrm>
          <a:prstGeom prst="rect">
            <a:avLst/>
          </a:prstGeom>
          <a:solidFill>
            <a:srgbClr val="4C1D9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774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Immutable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Read-only masters with copy-on-write drafts.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194560"/>
            <a:ext cx="2286000" cy="2560320"/>
          </a:xfrm>
          <a:prstGeom prst="rect">
            <a:avLst/>
          </a:prstGeom>
          <a:solidFill>
            <a:srgbClr val="4C1D9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3774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Type-Safe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Strict TypeScript &amp; Zod validation on all API endpoints.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2286000" cy="2560320"/>
          </a:xfrm>
          <a:prstGeom prst="rect">
            <a:avLst/>
          </a:prstGeom>
          <a:solidFill>
            <a:srgbClr val="4C1D9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774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Tested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Unit tests with Vitest covering error and edge cases.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LAUNCH TIMELINE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Available Today in Recruitment Take-Home MVP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3E8FF"/>
                </a:solidFill>
              </a:rPr>
              <a:t>• 100% Offline-capable SQLite database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3E8FF"/>
                </a:solidFill>
              </a:rPr>
              <a:t>• Compatible with PowerPoint, Keynote &amp; Google Slides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3E8FF"/>
                </a:solidFill>
              </a:rPr>
              <a:t>• Ready for enterprise deployment and customization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 Keynote</dc:title>
  <dc:subject>PptxGenJS Presentation</dc:subject>
  <dc:creator>Office Template Hub</dc:creator>
  <cp:lastModifiedBy>Office Template Hub</cp:lastModifiedBy>
  <cp:revision>1</cp:revision>
  <dcterms:created xsi:type="dcterms:W3CDTF">2026-10-30T06:56:44Z</dcterms:created>
  <dcterms:modified xsi:type="dcterms:W3CDTF">2026-10-30T06:56:44Z</dcterms:modified>
</cp:coreProperties>
</file>